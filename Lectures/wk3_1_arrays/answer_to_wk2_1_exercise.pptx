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BE05-B0B9-E8D7-A9EE-72C6FC9AE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71216-0090-3042-A6B5-97E83174D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AC45C-1CD9-522C-5A9B-A80801608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4343-E06A-4F5A-9E6F-EA2EE64644ED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7B956-6927-3CF1-A379-7BC2DBC67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5A2A5-9DC9-706A-FD86-A9006BB2B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E856-3A23-437E-B107-B8177ABD2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424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E465-0AD9-2347-79FB-5C534A26A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401DF-D7CC-A1F0-2C35-E46BA51C4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85820-5B4D-0291-DF06-5F525EF9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4343-E06A-4F5A-9E6F-EA2EE64644ED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3C2FD-EF52-47A6-3B45-62C723B03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D8355-AA79-F661-2B47-41479BCE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E856-3A23-437E-B107-B8177ABD2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059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970E-D97C-C5D1-3798-0B7C50652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E7B25-854D-EFD4-CCC6-85C8B65E7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27F28-65F8-5553-27D0-14EE21A7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4343-E06A-4F5A-9E6F-EA2EE64644ED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4B4A0-C6C2-714D-67C1-969CE0486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60D2D-CE91-703F-88DA-5CDCF2E62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E856-3A23-437E-B107-B8177ABD2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563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02F93-16F7-8BFB-B7E1-124D59509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8EA75-DF66-3A31-F5B8-51E10C5D2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4A1DD-8F3C-FBE9-2632-B458C62FF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E0A8C-1B53-17E8-C68C-558EDAA11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4343-E06A-4F5A-9E6F-EA2EE64644ED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2AA82-6D59-7237-5AA1-A80420632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F01AE-C0C6-8692-7944-D16DF3B3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E856-3A23-437E-B107-B8177ABD2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4590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7C469-B30F-CFA0-3D7C-33EF3E660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F82FF-C82B-00F6-FE7D-750B5B930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AA6DF-5FCD-B85B-9305-CFCE8F5D8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F7B07-C2CD-E9B0-28E5-C85DA2C48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B6C9B3-E337-4C81-4FCB-EEC259F86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662145-B4F1-5D38-B8F0-417EA7D10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4343-E06A-4F5A-9E6F-EA2EE64644ED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D4F2F5-BCBA-889A-D01B-2A879AFF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E11842-17ED-47A1-977A-CFA82639B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E856-3A23-437E-B107-B8177ABD2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3441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FC305-2406-1B45-5DBE-0D2F9B73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8F819-9F99-ACEC-F760-4FD07A495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4343-E06A-4F5A-9E6F-EA2EE64644ED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BDF8F-EF72-B195-66C4-40CE7AE1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E5473-4C0A-1CC4-7C93-92EA91330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E856-3A23-437E-B107-B8177ABD2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139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10A4F-3806-8ABD-7113-23D8B2DE3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4343-E06A-4F5A-9E6F-EA2EE64644ED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81D4B-5A71-7C1A-37CB-65C5E3788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BAB48-3B52-4B43-556B-3187DD70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E856-3A23-437E-B107-B8177ABD2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83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CDB1-8310-561D-FB32-CA8814E44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7F4DF-32A9-AC01-1F1F-CAC1DC6E1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734CE-A72A-456E-C57B-EC722C31A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73770-A202-B05F-00E5-8D45960A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4343-E06A-4F5A-9E6F-EA2EE64644ED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768B2-3A23-B2CD-626E-6468A64C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B71F1-4479-0396-F31B-D23A44F0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E856-3A23-437E-B107-B8177ABD2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55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72976-0C3D-0911-4372-37DD297E6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C7CFA0-08C8-DCFD-9F3D-FFC563182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CA908-5A5B-7EA9-CD48-47531ED5F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F218-F674-0EF7-DC9C-8B9D78346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4343-E06A-4F5A-9E6F-EA2EE64644ED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6B4F6-6793-63E5-8572-A6BD63F90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BC4E6-CE7B-9726-326C-869009E8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E856-3A23-437E-B107-B8177ABD2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07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7ABF-1BE6-02B6-F32C-A7BF5C156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A1B11-1B7E-775E-2BD1-232309A20C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4D035-079F-8B82-EB51-A38A26DA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4343-E06A-4F5A-9E6F-EA2EE64644ED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F6F6E-81D1-C929-07A9-88963544B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5B0A0-B959-1CAF-D3BD-15D08179D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E856-3A23-437E-B107-B8177ABD2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28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7DC17C-96AB-54EB-7FE2-E2781E2E3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9E6C0-20D9-75E4-3799-F1FA95F90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AA692-3C6C-EBC9-FB7A-AD38CAD0D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4343-E06A-4F5A-9E6F-EA2EE64644ED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09655-CAA7-5671-F3C9-A29D7FA23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00B5E-BCC0-05C3-8048-3FA6EA16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E856-3A23-437E-B107-B8177ABD2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419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8879E7-7EC3-A7A3-92D6-EAD235F5C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3F8A4-F0C3-BDC4-D35E-69BF03DFC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28397-D257-77E0-51C6-5EA8EBD49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494343-E06A-4F5A-9E6F-EA2EE64644ED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9DD2D-848C-2B0E-1B09-BFB2DC1A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F8664-1517-1007-FEF4-E4FEFF325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9DE856-3A23-437E-B107-B8177ABD23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23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E903E4B-DDE5-92A1-2EF8-FC14E13FD7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093" b="39514"/>
          <a:stretch>
            <a:fillRect/>
          </a:stretch>
        </p:blipFill>
        <p:spPr>
          <a:xfrm>
            <a:off x="5584109" y="467407"/>
            <a:ext cx="6516233" cy="56644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6FF28B-6A39-2A49-8F82-89B8FB80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571501"/>
            <a:ext cx="5257800" cy="2128838"/>
          </a:xfrm>
        </p:spPr>
        <p:txBody>
          <a:bodyPr>
            <a:normAutofit fontScale="90000"/>
          </a:bodyPr>
          <a:lstStyle/>
          <a:p>
            <a:r>
              <a:rPr lang="en-US" dirty="0"/>
              <a:t>Answer to exercise</a:t>
            </a:r>
            <a:br>
              <a:rPr lang="en-US" dirty="0"/>
            </a:br>
            <a:r>
              <a:rPr lang="en-US"/>
              <a:t>‘wk2_1_intereesting’ </a:t>
            </a:r>
            <a:r>
              <a:rPr lang="en-US" dirty="0"/>
              <a:t>– ‘f</a:t>
            </a:r>
            <a:r>
              <a:rPr lang="en-GB" dirty="0"/>
              <a:t>or extra cool points’</a:t>
            </a:r>
            <a:br>
              <a:rPr lang="en-GB" dirty="0"/>
            </a:b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B3EE76-8875-EE62-0958-DC1644C4E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958"/>
          <a:stretch>
            <a:fillRect/>
          </a:stretch>
        </p:blipFill>
        <p:spPr>
          <a:xfrm>
            <a:off x="0" y="3625622"/>
            <a:ext cx="5620145" cy="212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133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18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Answer to exercise ‘wk2_1_intereesting’ – ‘for extra cool points’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Zuo Zhang</dc:creator>
  <cp:lastModifiedBy>Zuo Zhang (Psychology)</cp:lastModifiedBy>
  <cp:revision>141</cp:revision>
  <dcterms:created xsi:type="dcterms:W3CDTF">2025-10-09T14:46:32Z</dcterms:created>
  <dcterms:modified xsi:type="dcterms:W3CDTF">2026-10-13T01:22:38Z</dcterms:modified>
</cp:coreProperties>
</file>